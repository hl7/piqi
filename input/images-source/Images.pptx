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5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9FF026-5CAB-4304-9748-06836E61A866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DE6EB1F9-CCB3-4241-A8B2-8CEFF8D795CB}">
      <dgm:prSet phldrT="[Text]"/>
      <dgm:spPr>
        <a:solidFill>
          <a:schemeClr val="accent2"/>
        </a:solidFill>
      </dgm:spPr>
      <dgm:t>
        <a:bodyPr/>
        <a:lstStyle/>
        <a:p>
          <a:r>
            <a:rPr lang="en-CA" dirty="0"/>
            <a:t>IGs</a:t>
          </a:r>
        </a:p>
      </dgm:t>
    </dgm:pt>
    <dgm:pt modelId="{69BC001D-944C-4A30-A7B8-B8D69C15D9D6}" type="parTrans" cxnId="{6ECCE027-A6A0-42D6-941C-5A2C9C256701}">
      <dgm:prSet/>
      <dgm:spPr/>
      <dgm:t>
        <a:bodyPr/>
        <a:lstStyle/>
        <a:p>
          <a:endParaRPr lang="en-CA"/>
        </a:p>
      </dgm:t>
    </dgm:pt>
    <dgm:pt modelId="{66E7D1F5-38B8-4310-842B-F6D144FBFCDF}" type="sibTrans" cxnId="{6ECCE027-A6A0-42D6-941C-5A2C9C256701}">
      <dgm:prSet/>
      <dgm:spPr>
        <a:solidFill>
          <a:srgbClr val="7030A0"/>
        </a:solidFill>
      </dgm:spPr>
      <dgm:t>
        <a:bodyPr/>
        <a:lstStyle/>
        <a:p>
          <a:endParaRPr lang="en-CA"/>
        </a:p>
      </dgm:t>
    </dgm:pt>
    <dgm:pt modelId="{9980857C-5114-4012-B4FF-6419E6A8B4CD}">
      <dgm:prSet phldrT="[Text]" phldr="1"/>
      <dgm:spPr/>
      <dgm:t>
        <a:bodyPr/>
        <a:lstStyle/>
        <a:p>
          <a:endParaRPr lang="en-CA"/>
        </a:p>
      </dgm:t>
    </dgm:pt>
    <dgm:pt modelId="{6A20A1EB-308C-47AD-B3BC-26CE9D3F1052}" type="parTrans" cxnId="{0BF77C81-169A-4090-A916-3EC1EE5B79FB}">
      <dgm:prSet/>
      <dgm:spPr/>
      <dgm:t>
        <a:bodyPr/>
        <a:lstStyle/>
        <a:p>
          <a:endParaRPr lang="en-CA"/>
        </a:p>
      </dgm:t>
    </dgm:pt>
    <dgm:pt modelId="{49E5CF0B-E149-4C1B-958D-CFBC1B3A6092}" type="sibTrans" cxnId="{0BF77C81-169A-4090-A916-3EC1EE5B79FB}">
      <dgm:prSet/>
      <dgm:spPr/>
      <dgm:t>
        <a:bodyPr/>
        <a:lstStyle/>
        <a:p>
          <a:endParaRPr lang="en-CA"/>
        </a:p>
      </dgm:t>
    </dgm:pt>
    <dgm:pt modelId="{757D2285-5AD3-48D5-A30B-A1475F757A46}">
      <dgm:prSet phldrT="[Text]"/>
      <dgm:spPr/>
      <dgm:t>
        <a:bodyPr/>
        <a:lstStyle/>
        <a:p>
          <a:r>
            <a:rPr lang="en-CA" dirty="0"/>
            <a:t>are</a:t>
          </a:r>
        </a:p>
      </dgm:t>
    </dgm:pt>
    <dgm:pt modelId="{2BD43D25-3DD4-42A8-A1BF-F1BB357AE73B}" type="parTrans" cxnId="{A81F8D4D-BC6E-4624-96CF-CC06CEFAC2C4}">
      <dgm:prSet/>
      <dgm:spPr/>
      <dgm:t>
        <a:bodyPr/>
        <a:lstStyle/>
        <a:p>
          <a:endParaRPr lang="en-CA"/>
        </a:p>
      </dgm:t>
    </dgm:pt>
    <dgm:pt modelId="{9A0D36BF-F080-4DAC-B7A8-50E376B2A202}" type="sibTrans" cxnId="{A81F8D4D-BC6E-4624-96CF-CC06CEFAC2C4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endParaRPr lang="en-CA"/>
        </a:p>
      </dgm:t>
    </dgm:pt>
    <dgm:pt modelId="{14D61FD9-A2EC-4EE8-BAD6-8971FAE0D99D}">
      <dgm:prSet phldrT="[Text]" phldr="1"/>
      <dgm:spPr/>
      <dgm:t>
        <a:bodyPr/>
        <a:lstStyle/>
        <a:p>
          <a:endParaRPr lang="en-CA"/>
        </a:p>
      </dgm:t>
    </dgm:pt>
    <dgm:pt modelId="{E86D932C-3B85-48EB-8694-9299A9C9F837}" type="parTrans" cxnId="{F94F8DAE-6783-41DB-A172-B4B4410A4677}">
      <dgm:prSet/>
      <dgm:spPr/>
      <dgm:t>
        <a:bodyPr/>
        <a:lstStyle/>
        <a:p>
          <a:endParaRPr lang="en-CA"/>
        </a:p>
      </dgm:t>
    </dgm:pt>
    <dgm:pt modelId="{995CFC3E-A9C9-4474-B37D-9251FDA33630}" type="sibTrans" cxnId="{F94F8DAE-6783-41DB-A172-B4B4410A4677}">
      <dgm:prSet/>
      <dgm:spPr/>
      <dgm:t>
        <a:bodyPr/>
        <a:lstStyle/>
        <a:p>
          <a:endParaRPr lang="en-CA"/>
        </a:p>
      </dgm:t>
    </dgm:pt>
    <dgm:pt modelId="{7B251DE8-F897-4A83-9BA6-365DA27C4CB9}">
      <dgm:prSet phldrT="[Text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CA"/>
            <a:t>awesome</a:t>
          </a:r>
        </a:p>
      </dgm:t>
    </dgm:pt>
    <dgm:pt modelId="{F3506028-EA47-424A-ACB4-85B7643BF101}" type="parTrans" cxnId="{B2473CFF-ED84-4F13-B95F-6A2E2DCC12AE}">
      <dgm:prSet/>
      <dgm:spPr/>
      <dgm:t>
        <a:bodyPr/>
        <a:lstStyle/>
        <a:p>
          <a:endParaRPr lang="en-CA"/>
        </a:p>
      </dgm:t>
    </dgm:pt>
    <dgm:pt modelId="{BC536BF2-A04F-4FE5-ACA4-579ADB6645FA}" type="sibTrans" cxnId="{B2473CFF-ED84-4F13-B95F-6A2E2DCC12AE}">
      <dgm:prSet/>
      <dgm:spPr>
        <a:solidFill>
          <a:srgbClr val="FF0000"/>
        </a:solidFill>
      </dgm:spPr>
      <dgm:t>
        <a:bodyPr/>
        <a:lstStyle/>
        <a:p>
          <a:endParaRPr lang="en-CA"/>
        </a:p>
      </dgm:t>
    </dgm:pt>
    <dgm:pt modelId="{35D6D04A-A64C-4B20-B1C2-19DD037692E2}">
      <dgm:prSet phldrT="[Text]" phldr="1"/>
      <dgm:spPr/>
      <dgm:t>
        <a:bodyPr/>
        <a:lstStyle/>
        <a:p>
          <a:endParaRPr lang="en-CA"/>
        </a:p>
      </dgm:t>
    </dgm:pt>
    <dgm:pt modelId="{938F04F8-75D7-4B70-8330-FA5E1B9560C0}" type="parTrans" cxnId="{3202E229-C387-4CD2-8667-F4DD014E10F6}">
      <dgm:prSet/>
      <dgm:spPr/>
      <dgm:t>
        <a:bodyPr/>
        <a:lstStyle/>
        <a:p>
          <a:endParaRPr lang="en-CA"/>
        </a:p>
      </dgm:t>
    </dgm:pt>
    <dgm:pt modelId="{12302510-E136-4777-AB09-C016B61562AD}" type="sibTrans" cxnId="{3202E229-C387-4CD2-8667-F4DD014E10F6}">
      <dgm:prSet/>
      <dgm:spPr/>
      <dgm:t>
        <a:bodyPr/>
        <a:lstStyle/>
        <a:p>
          <a:endParaRPr lang="en-CA"/>
        </a:p>
      </dgm:t>
    </dgm:pt>
    <dgm:pt modelId="{0296AC39-9A43-4A2E-8ACA-9A576277BB9E}" type="pres">
      <dgm:prSet presAssocID="{7B9FF026-5CAB-4304-9748-06836E61A866}" presName="Name0" presStyleCnt="0">
        <dgm:presLayoutVars>
          <dgm:chMax/>
          <dgm:chPref/>
          <dgm:dir/>
          <dgm:animLvl val="lvl"/>
        </dgm:presLayoutVars>
      </dgm:prSet>
      <dgm:spPr/>
    </dgm:pt>
    <dgm:pt modelId="{45AD7BC3-31B3-4E98-ACDE-C6B178415FC1}" type="pres">
      <dgm:prSet presAssocID="{DE6EB1F9-CCB3-4241-A8B2-8CEFF8D795CB}" presName="composite" presStyleCnt="0"/>
      <dgm:spPr/>
    </dgm:pt>
    <dgm:pt modelId="{F22AB3D3-7148-4592-86DC-69E2CED8824D}" type="pres">
      <dgm:prSet presAssocID="{DE6EB1F9-CCB3-4241-A8B2-8CEFF8D795CB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F85FB133-54E7-4116-BF5D-8BD233B34919}" type="pres">
      <dgm:prSet presAssocID="{DE6EB1F9-CCB3-4241-A8B2-8CEFF8D795CB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05EC6220-18EF-46B0-A8DA-91D1E4E81E50}" type="pres">
      <dgm:prSet presAssocID="{DE6EB1F9-CCB3-4241-A8B2-8CEFF8D795CB}" presName="BalanceSpacing" presStyleCnt="0"/>
      <dgm:spPr/>
    </dgm:pt>
    <dgm:pt modelId="{93389839-FEAE-43FF-B974-951FA495462F}" type="pres">
      <dgm:prSet presAssocID="{DE6EB1F9-CCB3-4241-A8B2-8CEFF8D795CB}" presName="BalanceSpacing1" presStyleCnt="0"/>
      <dgm:spPr/>
    </dgm:pt>
    <dgm:pt modelId="{A9F5F316-838A-4B6C-BCD5-E08F3F0C49C3}" type="pres">
      <dgm:prSet presAssocID="{66E7D1F5-38B8-4310-842B-F6D144FBFCDF}" presName="Accent1Text" presStyleLbl="node1" presStyleIdx="1" presStyleCnt="6"/>
      <dgm:spPr/>
    </dgm:pt>
    <dgm:pt modelId="{64AC01F3-70F8-4234-91F1-64C5A59F1686}" type="pres">
      <dgm:prSet presAssocID="{66E7D1F5-38B8-4310-842B-F6D144FBFCDF}" presName="spaceBetweenRectangles" presStyleCnt="0"/>
      <dgm:spPr/>
    </dgm:pt>
    <dgm:pt modelId="{C6F6A9F6-2456-4E60-9BB3-DB333576FA1F}" type="pres">
      <dgm:prSet presAssocID="{757D2285-5AD3-48D5-A30B-A1475F757A46}" presName="composite" presStyleCnt="0"/>
      <dgm:spPr/>
    </dgm:pt>
    <dgm:pt modelId="{C9A35798-0772-4216-8CCB-899ECA011A51}" type="pres">
      <dgm:prSet presAssocID="{757D2285-5AD3-48D5-A30B-A1475F757A46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D6EB1D52-B5AA-4F54-8D5D-0696CDA0C90C}" type="pres">
      <dgm:prSet presAssocID="{757D2285-5AD3-48D5-A30B-A1475F757A46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B453ED18-0422-415F-BF35-07EFF24089FB}" type="pres">
      <dgm:prSet presAssocID="{757D2285-5AD3-48D5-A30B-A1475F757A46}" presName="BalanceSpacing" presStyleCnt="0"/>
      <dgm:spPr/>
    </dgm:pt>
    <dgm:pt modelId="{14374A99-5950-44F8-B9B4-917AC1256A53}" type="pres">
      <dgm:prSet presAssocID="{757D2285-5AD3-48D5-A30B-A1475F757A46}" presName="BalanceSpacing1" presStyleCnt="0"/>
      <dgm:spPr/>
    </dgm:pt>
    <dgm:pt modelId="{B95B73F6-A841-4DDA-B2BD-F5BA256FD53D}" type="pres">
      <dgm:prSet presAssocID="{9A0D36BF-F080-4DAC-B7A8-50E376B2A202}" presName="Accent1Text" presStyleLbl="node1" presStyleIdx="3" presStyleCnt="6"/>
      <dgm:spPr/>
    </dgm:pt>
    <dgm:pt modelId="{222D7C2C-F71E-4B23-8A0D-9C24EDCC2899}" type="pres">
      <dgm:prSet presAssocID="{9A0D36BF-F080-4DAC-B7A8-50E376B2A202}" presName="spaceBetweenRectangles" presStyleCnt="0"/>
      <dgm:spPr/>
    </dgm:pt>
    <dgm:pt modelId="{CA224A02-E2BD-49F2-92FF-505BE12095F6}" type="pres">
      <dgm:prSet presAssocID="{7B251DE8-F897-4A83-9BA6-365DA27C4CB9}" presName="composite" presStyleCnt="0"/>
      <dgm:spPr/>
    </dgm:pt>
    <dgm:pt modelId="{1D2AC8E7-159B-44BF-9CE2-4449837C8E84}" type="pres">
      <dgm:prSet presAssocID="{7B251DE8-F897-4A83-9BA6-365DA27C4CB9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73ED2255-97BA-495F-9E0D-B5BC447B635D}" type="pres">
      <dgm:prSet presAssocID="{7B251DE8-F897-4A83-9BA6-365DA27C4CB9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94382CFA-F56E-4CFE-981B-07AA6F0E405F}" type="pres">
      <dgm:prSet presAssocID="{7B251DE8-F897-4A83-9BA6-365DA27C4CB9}" presName="BalanceSpacing" presStyleCnt="0"/>
      <dgm:spPr/>
    </dgm:pt>
    <dgm:pt modelId="{D5344056-AA6F-4961-94DD-E6060438E83F}" type="pres">
      <dgm:prSet presAssocID="{7B251DE8-F897-4A83-9BA6-365DA27C4CB9}" presName="BalanceSpacing1" presStyleCnt="0"/>
      <dgm:spPr/>
    </dgm:pt>
    <dgm:pt modelId="{5C447899-5C47-44D2-B5A2-A9618FB7A98E}" type="pres">
      <dgm:prSet presAssocID="{BC536BF2-A04F-4FE5-ACA4-579ADB6645FA}" presName="Accent1Text" presStyleLbl="node1" presStyleIdx="5" presStyleCnt="6"/>
      <dgm:spPr/>
    </dgm:pt>
  </dgm:ptLst>
  <dgm:cxnLst>
    <dgm:cxn modelId="{AE46CC14-CB4A-41B1-A7FF-DE2863BB04EE}" type="presOf" srcId="{BC536BF2-A04F-4FE5-ACA4-579ADB6645FA}" destId="{5C447899-5C47-44D2-B5A2-A9618FB7A98E}" srcOrd="0" destOrd="0" presId="urn:microsoft.com/office/officeart/2008/layout/AlternatingHexagons"/>
    <dgm:cxn modelId="{C2B6DA25-796C-466E-8135-66FDDE2950D2}" type="presOf" srcId="{DE6EB1F9-CCB3-4241-A8B2-8CEFF8D795CB}" destId="{F22AB3D3-7148-4592-86DC-69E2CED8824D}" srcOrd="0" destOrd="0" presId="urn:microsoft.com/office/officeart/2008/layout/AlternatingHexagons"/>
    <dgm:cxn modelId="{6ECCE027-A6A0-42D6-941C-5A2C9C256701}" srcId="{7B9FF026-5CAB-4304-9748-06836E61A866}" destId="{DE6EB1F9-CCB3-4241-A8B2-8CEFF8D795CB}" srcOrd="0" destOrd="0" parTransId="{69BC001D-944C-4A30-A7B8-B8D69C15D9D6}" sibTransId="{66E7D1F5-38B8-4310-842B-F6D144FBFCDF}"/>
    <dgm:cxn modelId="{3202E229-C387-4CD2-8667-F4DD014E10F6}" srcId="{7B251DE8-F897-4A83-9BA6-365DA27C4CB9}" destId="{35D6D04A-A64C-4B20-B1C2-19DD037692E2}" srcOrd="0" destOrd="0" parTransId="{938F04F8-75D7-4B70-8330-FA5E1B9560C0}" sibTransId="{12302510-E136-4777-AB09-C016B61562AD}"/>
    <dgm:cxn modelId="{DAA9074B-8E0B-4755-A6A4-92F94131EF5C}" type="presOf" srcId="{757D2285-5AD3-48D5-A30B-A1475F757A46}" destId="{C9A35798-0772-4216-8CCB-899ECA011A51}" srcOrd="0" destOrd="0" presId="urn:microsoft.com/office/officeart/2008/layout/AlternatingHexagons"/>
    <dgm:cxn modelId="{A81F8D4D-BC6E-4624-96CF-CC06CEFAC2C4}" srcId="{7B9FF026-5CAB-4304-9748-06836E61A866}" destId="{757D2285-5AD3-48D5-A30B-A1475F757A46}" srcOrd="1" destOrd="0" parTransId="{2BD43D25-3DD4-42A8-A1BF-F1BB357AE73B}" sibTransId="{9A0D36BF-F080-4DAC-B7A8-50E376B2A202}"/>
    <dgm:cxn modelId="{732DC570-EB5C-4AB6-9114-0109C5BCE104}" type="presOf" srcId="{7B251DE8-F897-4A83-9BA6-365DA27C4CB9}" destId="{1D2AC8E7-159B-44BF-9CE2-4449837C8E84}" srcOrd="0" destOrd="0" presId="urn:microsoft.com/office/officeart/2008/layout/AlternatingHexagons"/>
    <dgm:cxn modelId="{2930C852-0CE1-4A5A-B7B9-189DC705829B}" type="presOf" srcId="{7B9FF026-5CAB-4304-9748-06836E61A866}" destId="{0296AC39-9A43-4A2E-8ACA-9A576277BB9E}" srcOrd="0" destOrd="0" presId="urn:microsoft.com/office/officeart/2008/layout/AlternatingHexagons"/>
    <dgm:cxn modelId="{B289A45A-B5D3-4CE2-999D-52481C6D76AD}" type="presOf" srcId="{66E7D1F5-38B8-4310-842B-F6D144FBFCDF}" destId="{A9F5F316-838A-4B6C-BCD5-E08F3F0C49C3}" srcOrd="0" destOrd="0" presId="urn:microsoft.com/office/officeart/2008/layout/AlternatingHexagons"/>
    <dgm:cxn modelId="{0BF77C81-169A-4090-A916-3EC1EE5B79FB}" srcId="{DE6EB1F9-CCB3-4241-A8B2-8CEFF8D795CB}" destId="{9980857C-5114-4012-B4FF-6419E6A8B4CD}" srcOrd="0" destOrd="0" parTransId="{6A20A1EB-308C-47AD-B3BC-26CE9D3F1052}" sibTransId="{49E5CF0B-E149-4C1B-958D-CFBC1B3A6092}"/>
    <dgm:cxn modelId="{C430ADA1-4FAA-4314-A829-6FC14DAE3766}" type="presOf" srcId="{9A0D36BF-F080-4DAC-B7A8-50E376B2A202}" destId="{B95B73F6-A841-4DDA-B2BD-F5BA256FD53D}" srcOrd="0" destOrd="0" presId="urn:microsoft.com/office/officeart/2008/layout/AlternatingHexagons"/>
    <dgm:cxn modelId="{F94F8DAE-6783-41DB-A172-B4B4410A4677}" srcId="{757D2285-5AD3-48D5-A30B-A1475F757A46}" destId="{14D61FD9-A2EC-4EE8-BAD6-8971FAE0D99D}" srcOrd="0" destOrd="0" parTransId="{E86D932C-3B85-48EB-8694-9299A9C9F837}" sibTransId="{995CFC3E-A9C9-4474-B37D-9251FDA33630}"/>
    <dgm:cxn modelId="{5829CCC6-B5E4-4171-BEA3-9D6E7946254F}" type="presOf" srcId="{35D6D04A-A64C-4B20-B1C2-19DD037692E2}" destId="{73ED2255-97BA-495F-9E0D-B5BC447B635D}" srcOrd="0" destOrd="0" presId="urn:microsoft.com/office/officeart/2008/layout/AlternatingHexagons"/>
    <dgm:cxn modelId="{9A26B3CE-2DED-425A-BF62-C624BFF54B70}" type="presOf" srcId="{9980857C-5114-4012-B4FF-6419E6A8B4CD}" destId="{F85FB133-54E7-4116-BF5D-8BD233B34919}" srcOrd="0" destOrd="0" presId="urn:microsoft.com/office/officeart/2008/layout/AlternatingHexagons"/>
    <dgm:cxn modelId="{25CD81EA-4B24-4683-B1FF-177E0214BA64}" type="presOf" srcId="{14D61FD9-A2EC-4EE8-BAD6-8971FAE0D99D}" destId="{D6EB1D52-B5AA-4F54-8D5D-0696CDA0C90C}" srcOrd="0" destOrd="0" presId="urn:microsoft.com/office/officeart/2008/layout/AlternatingHexagons"/>
    <dgm:cxn modelId="{B2473CFF-ED84-4F13-B95F-6A2E2DCC12AE}" srcId="{7B9FF026-5CAB-4304-9748-06836E61A866}" destId="{7B251DE8-F897-4A83-9BA6-365DA27C4CB9}" srcOrd="2" destOrd="0" parTransId="{F3506028-EA47-424A-ACB4-85B7643BF101}" sibTransId="{BC536BF2-A04F-4FE5-ACA4-579ADB6645FA}"/>
    <dgm:cxn modelId="{35F90A11-F342-44E6-8D04-1358F9C1D94F}" type="presParOf" srcId="{0296AC39-9A43-4A2E-8ACA-9A576277BB9E}" destId="{45AD7BC3-31B3-4E98-ACDE-C6B178415FC1}" srcOrd="0" destOrd="0" presId="urn:microsoft.com/office/officeart/2008/layout/AlternatingHexagons"/>
    <dgm:cxn modelId="{1ABFD832-8AA8-4EF8-B0BF-72D5C9AC1F69}" type="presParOf" srcId="{45AD7BC3-31B3-4E98-ACDE-C6B178415FC1}" destId="{F22AB3D3-7148-4592-86DC-69E2CED8824D}" srcOrd="0" destOrd="0" presId="urn:microsoft.com/office/officeart/2008/layout/AlternatingHexagons"/>
    <dgm:cxn modelId="{FBAAF286-BE2C-45ED-9530-BAA2447D7117}" type="presParOf" srcId="{45AD7BC3-31B3-4E98-ACDE-C6B178415FC1}" destId="{F85FB133-54E7-4116-BF5D-8BD233B34919}" srcOrd="1" destOrd="0" presId="urn:microsoft.com/office/officeart/2008/layout/AlternatingHexagons"/>
    <dgm:cxn modelId="{6C81FC1C-6351-40B5-BDB2-8FEB8204EEC7}" type="presParOf" srcId="{45AD7BC3-31B3-4E98-ACDE-C6B178415FC1}" destId="{05EC6220-18EF-46B0-A8DA-91D1E4E81E50}" srcOrd="2" destOrd="0" presId="urn:microsoft.com/office/officeart/2008/layout/AlternatingHexagons"/>
    <dgm:cxn modelId="{C3FFE3C0-8549-4A89-85D5-829B9E2D40EC}" type="presParOf" srcId="{45AD7BC3-31B3-4E98-ACDE-C6B178415FC1}" destId="{93389839-FEAE-43FF-B974-951FA495462F}" srcOrd="3" destOrd="0" presId="urn:microsoft.com/office/officeart/2008/layout/AlternatingHexagons"/>
    <dgm:cxn modelId="{9B4A2716-C608-4265-8F2E-6B880275C046}" type="presParOf" srcId="{45AD7BC3-31B3-4E98-ACDE-C6B178415FC1}" destId="{A9F5F316-838A-4B6C-BCD5-E08F3F0C49C3}" srcOrd="4" destOrd="0" presId="urn:microsoft.com/office/officeart/2008/layout/AlternatingHexagons"/>
    <dgm:cxn modelId="{0F999D5F-F548-4C96-8A7A-93D42F7410E7}" type="presParOf" srcId="{0296AC39-9A43-4A2E-8ACA-9A576277BB9E}" destId="{64AC01F3-70F8-4234-91F1-64C5A59F1686}" srcOrd="1" destOrd="0" presId="urn:microsoft.com/office/officeart/2008/layout/AlternatingHexagons"/>
    <dgm:cxn modelId="{FEE4820A-7551-4022-9915-210D8B2BE108}" type="presParOf" srcId="{0296AC39-9A43-4A2E-8ACA-9A576277BB9E}" destId="{C6F6A9F6-2456-4E60-9BB3-DB333576FA1F}" srcOrd="2" destOrd="0" presId="urn:microsoft.com/office/officeart/2008/layout/AlternatingHexagons"/>
    <dgm:cxn modelId="{033AB5BE-93A1-418D-B52D-17CBA64AAE50}" type="presParOf" srcId="{C6F6A9F6-2456-4E60-9BB3-DB333576FA1F}" destId="{C9A35798-0772-4216-8CCB-899ECA011A51}" srcOrd="0" destOrd="0" presId="urn:microsoft.com/office/officeart/2008/layout/AlternatingHexagons"/>
    <dgm:cxn modelId="{E70B9053-A472-41FD-A31A-F386B75C5023}" type="presParOf" srcId="{C6F6A9F6-2456-4E60-9BB3-DB333576FA1F}" destId="{D6EB1D52-B5AA-4F54-8D5D-0696CDA0C90C}" srcOrd="1" destOrd="0" presId="urn:microsoft.com/office/officeart/2008/layout/AlternatingHexagons"/>
    <dgm:cxn modelId="{CCDCF49D-7841-48B5-84F0-B344E0D734DD}" type="presParOf" srcId="{C6F6A9F6-2456-4E60-9BB3-DB333576FA1F}" destId="{B453ED18-0422-415F-BF35-07EFF24089FB}" srcOrd="2" destOrd="0" presId="urn:microsoft.com/office/officeart/2008/layout/AlternatingHexagons"/>
    <dgm:cxn modelId="{F11D9260-AF5F-41A9-9D86-8AA309E47ABD}" type="presParOf" srcId="{C6F6A9F6-2456-4E60-9BB3-DB333576FA1F}" destId="{14374A99-5950-44F8-B9B4-917AC1256A53}" srcOrd="3" destOrd="0" presId="urn:microsoft.com/office/officeart/2008/layout/AlternatingHexagons"/>
    <dgm:cxn modelId="{670A3241-EB46-400F-9C8B-C34856DDC4C4}" type="presParOf" srcId="{C6F6A9F6-2456-4E60-9BB3-DB333576FA1F}" destId="{B95B73F6-A841-4DDA-B2BD-F5BA256FD53D}" srcOrd="4" destOrd="0" presId="urn:microsoft.com/office/officeart/2008/layout/AlternatingHexagons"/>
    <dgm:cxn modelId="{95B0E2E9-A80A-4336-BF0E-9269770BFE12}" type="presParOf" srcId="{0296AC39-9A43-4A2E-8ACA-9A576277BB9E}" destId="{222D7C2C-F71E-4B23-8A0D-9C24EDCC2899}" srcOrd="3" destOrd="0" presId="urn:microsoft.com/office/officeart/2008/layout/AlternatingHexagons"/>
    <dgm:cxn modelId="{B0FB10DD-2452-42C7-A224-6EE6B00B570F}" type="presParOf" srcId="{0296AC39-9A43-4A2E-8ACA-9A576277BB9E}" destId="{CA224A02-E2BD-49F2-92FF-505BE12095F6}" srcOrd="4" destOrd="0" presId="urn:microsoft.com/office/officeart/2008/layout/AlternatingHexagons"/>
    <dgm:cxn modelId="{BD996FC6-C213-49F1-9966-24F59BACF903}" type="presParOf" srcId="{CA224A02-E2BD-49F2-92FF-505BE12095F6}" destId="{1D2AC8E7-159B-44BF-9CE2-4449837C8E84}" srcOrd="0" destOrd="0" presId="urn:microsoft.com/office/officeart/2008/layout/AlternatingHexagons"/>
    <dgm:cxn modelId="{1C94B010-A644-434A-87DB-08E4BE2A8233}" type="presParOf" srcId="{CA224A02-E2BD-49F2-92FF-505BE12095F6}" destId="{73ED2255-97BA-495F-9E0D-B5BC447B635D}" srcOrd="1" destOrd="0" presId="urn:microsoft.com/office/officeart/2008/layout/AlternatingHexagons"/>
    <dgm:cxn modelId="{D6D1F791-8510-4D93-916C-7161AF746B67}" type="presParOf" srcId="{CA224A02-E2BD-49F2-92FF-505BE12095F6}" destId="{94382CFA-F56E-4CFE-981B-07AA6F0E405F}" srcOrd="2" destOrd="0" presId="urn:microsoft.com/office/officeart/2008/layout/AlternatingHexagons"/>
    <dgm:cxn modelId="{CEF26F74-405B-4AE2-A5CE-97B4429C0FA2}" type="presParOf" srcId="{CA224A02-E2BD-49F2-92FF-505BE12095F6}" destId="{D5344056-AA6F-4961-94DD-E6060438E83F}" srcOrd="3" destOrd="0" presId="urn:microsoft.com/office/officeart/2008/layout/AlternatingHexagons"/>
    <dgm:cxn modelId="{A8D06387-76ED-4623-8430-CB56AC5F451F}" type="presParOf" srcId="{CA224A02-E2BD-49F2-92FF-505BE12095F6}" destId="{5C447899-5C47-44D2-B5A2-A9618FB7A98E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2AB3D3-7148-4592-86DC-69E2CED8824D}">
      <dsp:nvSpPr>
        <dsp:cNvPr id="0" name=""/>
        <dsp:cNvSpPr/>
      </dsp:nvSpPr>
      <dsp:spPr>
        <a:xfrm rot="5400000">
          <a:off x="3506806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 dirty="0"/>
            <a:t>IGs</a:t>
          </a:r>
        </a:p>
      </dsp:txBody>
      <dsp:txXfrm rot="-5400000">
        <a:off x="3909687" y="313106"/>
        <a:ext cx="1202866" cy="1382606"/>
      </dsp:txXfrm>
    </dsp:sp>
    <dsp:sp modelId="{F85FB133-54E7-4116-BF5D-8BD233B34919}">
      <dsp:nvSpPr>
        <dsp:cNvPr id="0" name=""/>
        <dsp:cNvSpPr/>
      </dsp:nvSpPr>
      <dsp:spPr>
        <a:xfrm>
          <a:off x="5437901" y="401821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100" kern="1200"/>
        </a:p>
      </dsp:txBody>
      <dsp:txXfrm>
        <a:off x="5437901" y="401821"/>
        <a:ext cx="2241629" cy="1205177"/>
      </dsp:txXfrm>
    </dsp:sp>
    <dsp:sp modelId="{A9F5F316-838A-4B6C-BCD5-E08F3F0C49C3}">
      <dsp:nvSpPr>
        <dsp:cNvPr id="0" name=""/>
        <dsp:cNvSpPr/>
      </dsp:nvSpPr>
      <dsp:spPr>
        <a:xfrm rot="5400000">
          <a:off x="1619499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3600" kern="1200"/>
        </a:p>
      </dsp:txBody>
      <dsp:txXfrm rot="-5400000">
        <a:off x="2022380" y="313106"/>
        <a:ext cx="1202866" cy="1382606"/>
      </dsp:txXfrm>
    </dsp:sp>
    <dsp:sp modelId="{C9A35798-0772-4216-8CCB-899ECA011A51}">
      <dsp:nvSpPr>
        <dsp:cNvPr id="0" name=""/>
        <dsp:cNvSpPr/>
      </dsp:nvSpPr>
      <dsp:spPr>
        <a:xfrm rot="5400000">
          <a:off x="2559537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 dirty="0"/>
            <a:t>are</a:t>
          </a:r>
        </a:p>
      </dsp:txBody>
      <dsp:txXfrm rot="-5400000">
        <a:off x="2962418" y="2018030"/>
        <a:ext cx="1202866" cy="1382606"/>
      </dsp:txXfrm>
    </dsp:sp>
    <dsp:sp modelId="{D6EB1D52-B5AA-4F54-8D5D-0696CDA0C90C}">
      <dsp:nvSpPr>
        <dsp:cNvPr id="0" name=""/>
        <dsp:cNvSpPr/>
      </dsp:nvSpPr>
      <dsp:spPr>
        <a:xfrm>
          <a:off x="448468" y="2106744"/>
          <a:ext cx="2169318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100" kern="1200"/>
        </a:p>
      </dsp:txBody>
      <dsp:txXfrm>
        <a:off x="448468" y="2106744"/>
        <a:ext cx="2169318" cy="1205177"/>
      </dsp:txXfrm>
    </dsp:sp>
    <dsp:sp modelId="{B95B73F6-A841-4DDA-B2BD-F5BA256FD53D}">
      <dsp:nvSpPr>
        <dsp:cNvPr id="0" name=""/>
        <dsp:cNvSpPr/>
      </dsp:nvSpPr>
      <dsp:spPr>
        <a:xfrm rot="5400000">
          <a:off x="4446844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3600" kern="1200"/>
        </a:p>
      </dsp:txBody>
      <dsp:txXfrm rot="-5400000">
        <a:off x="4849725" y="2018030"/>
        <a:ext cx="1202866" cy="1382606"/>
      </dsp:txXfrm>
    </dsp:sp>
    <dsp:sp modelId="{1D2AC8E7-159B-44BF-9CE2-4449837C8E84}">
      <dsp:nvSpPr>
        <dsp:cNvPr id="0" name=""/>
        <dsp:cNvSpPr/>
      </dsp:nvSpPr>
      <dsp:spPr>
        <a:xfrm rot="5400000">
          <a:off x="3506806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/>
            <a:t>awesome</a:t>
          </a:r>
        </a:p>
      </dsp:txBody>
      <dsp:txXfrm rot="-5400000">
        <a:off x="3909687" y="3722953"/>
        <a:ext cx="1202866" cy="1382606"/>
      </dsp:txXfrm>
    </dsp:sp>
    <dsp:sp modelId="{73ED2255-97BA-495F-9E0D-B5BC447B635D}">
      <dsp:nvSpPr>
        <dsp:cNvPr id="0" name=""/>
        <dsp:cNvSpPr/>
      </dsp:nvSpPr>
      <dsp:spPr>
        <a:xfrm>
          <a:off x="5437901" y="3811668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100" kern="1200"/>
        </a:p>
      </dsp:txBody>
      <dsp:txXfrm>
        <a:off x="5437901" y="3811668"/>
        <a:ext cx="2241629" cy="1205177"/>
      </dsp:txXfrm>
    </dsp:sp>
    <dsp:sp modelId="{5C447899-5C47-44D2-B5A2-A9618FB7A98E}">
      <dsp:nvSpPr>
        <dsp:cNvPr id="0" name=""/>
        <dsp:cNvSpPr/>
      </dsp:nvSpPr>
      <dsp:spPr>
        <a:xfrm rot="5400000">
          <a:off x="1619499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3600" kern="1200"/>
        </a:p>
      </dsp:txBody>
      <dsp:txXfrm rot="-5400000">
        <a:off x="2022380" y="3722953"/>
        <a:ext cx="1202866" cy="13826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2716D-75FE-4ADD-8992-AABF41B22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86120-DD84-4F87-8A81-16FCBC4C2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19369-2F1A-4D80-A75D-843BC2D73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2026-07-24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632C9-93F8-4258-837A-83EE1C2E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91FA0-471A-46AF-9536-7FDD72BD1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5056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BAE90-CA21-4E1A-B8E4-29A6C965F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5AECF-A6D9-4C0D-9D15-3DE38F145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92C01-7C44-41ED-BDE0-E39280ED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2026-07-24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E81BA-7ACF-427B-9F08-23272728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152B0-E8FF-4A99-8832-B5599837A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791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0288E-FB62-4A15-94C8-63F77ECC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F8E08-A354-40F5-9F5E-5114E7107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A05D-DCDF-45DD-BCD1-FA76FBFA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2026-07-24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868E7-28A8-4F80-93E6-EE002CE70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FFEC5-0C59-4F65-9448-6B0D0596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7130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2C155-92FC-410B-88B3-7B532CAEF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C1717-2FA3-4DFE-A107-C6518CAC9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7461E-929B-4CE1-A85F-0E1217DC9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0912E-F9FA-4FF9-9EDC-B6408631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2026-07-24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B48A2-3012-4823-9AFD-76064E98A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D1EFD-828D-4CAD-AA4D-2D507D0D1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3541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10F17-66F5-413F-ACCF-729AB403B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BBC3E-DA00-4E9F-BC08-0BD536D76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B00740-FEC0-4DB3-B56C-0AD9BD2CC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1BD642-2058-4EDA-BCCB-FAFDF4934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D1271D-487F-42D6-A657-62F9BE9AF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52B28C-591C-4539-9CEC-649034352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2026-07-24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C0B1DC-BBE7-4414-AD98-0F8196CA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C0F5BA-2823-499E-BF00-215CCA4F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6458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7C291-F522-4C19-ACBF-ED97A10DC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BCF34-6CB3-4583-96F4-F1190A06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2026-07-24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824E6F-2537-43DA-A908-616C9D7C9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C5596-9055-4BE2-852C-0BC238909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4998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2ACCB-6C50-4386-9F55-541A7F905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2026-07-24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68615B-CCF3-49B5-A27B-38B2D2F1B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59F00-737A-43D2-ABF8-86A98565A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704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51CB-D4A0-4E30-9C49-D64AC50FB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1B1B2-3AEA-4795-99C9-440AA88B7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E4801-3229-442C-B150-82F6B7C87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CFC21-6709-47F3-AEDF-3348E703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2026-07-24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70BF6-AE83-4CE3-95BC-E18A71E4D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A626D-9EF2-4AAD-87FC-712D1F977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7375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D0AA2-3675-4B64-A523-BF5724CDF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FD9E55-58F0-4CCA-A675-3F986E70D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DDE0E-A630-479E-BFB4-728BBD967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751BF-5F81-42EB-915B-27F8E83FD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2026-07-24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C9E53-A725-435A-91AB-2300898C3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510E2-0297-42D9-B4C6-FD5169479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9642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8C9E-93D3-41E4-9D55-0513FBBD0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AB53C-4127-4801-8079-A3BD477C0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31D37-9A76-4D1D-89FB-00373E72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2026-07-24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71CD7-7118-447B-B67C-3D195EE7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36593-AA27-4DB2-9A6B-D0E44D1AB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5870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364A4E-D64C-4869-A31A-4672833DA5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E01A12-405D-47AD-8753-C8333C2E8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EFADF-2D2C-43C2-9CEE-CE2AD1C9F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2026-07-24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3DD9B-7D04-4B52-93BE-15A24729A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D59EE-A561-4CD9-A33B-D10527947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4046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4B41-5C15-5CD5-8341-0CD7FF9D64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2DBC5-ED3D-4438-38A2-B062DA55F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44480-985F-B78B-066F-58C354D59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C05C-8A5D-4902-A59B-494921F3C1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7570C-8D28-9A8B-5E1C-BC7970E0F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D11FC-8E59-1674-E861-85B8F151A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46FA-1D06-4D07-A363-F2A8ECB2D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784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5CB5A-0721-E074-E899-A7C31E74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B01B-6D08-143B-8623-3C4FF4017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A8360-6D8E-5305-B005-B24097C06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C05C-8A5D-4902-A59B-494921F3C1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CBBE5-8C1E-FF73-0010-367A0E28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289C-63FB-8035-F4CA-DDEB87B2B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46FA-1D06-4D07-A363-F2A8ECB2D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35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00F3-47AE-FC93-A042-EFA1DA22B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E6147-3BD1-7F1E-B2D1-A8A8EA2E0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6B13D-50E0-0A69-E9E8-5B8297F3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C05C-8A5D-4902-A59B-494921F3C1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B9BFE-AD1D-E5BD-60C9-58342A629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DA25E-C081-AF57-A6A8-D25E2C4A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46FA-1D06-4D07-A363-F2A8ECB2D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148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8F983-4951-3699-A6ED-EC94F57E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0B707-AC40-E260-134E-1EFCB598A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B661-332B-7456-1C01-846D61BC9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0F60F-D606-2167-15A2-3AFD85763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C05C-8A5D-4902-A59B-494921F3C1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F78B9-8F91-7F52-5DC4-2C89E086D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806B3-5767-1B90-9D8F-8A28314D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46FA-1D06-4D07-A363-F2A8ECB2D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78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FD761-29B0-5374-C31A-4E100AFA9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EAD73-A97D-25EE-3D35-D1A56FADB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D590F-FA3A-0F42-DC6F-B2A845069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95916-6670-229E-E29C-CDA08A1661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48E18-2C06-165A-E10B-5BD4B6A18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1F7482-E6B9-274A-5D30-AF13ED3D0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C05C-8A5D-4902-A59B-494921F3C1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0E699F-0609-7826-73A9-50218A191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6EE01-D55F-9EED-F569-E1F1ECD4D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46FA-1D06-4D07-A363-F2A8ECB2D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95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2ACD1-904F-25BC-C5DA-63A89604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95BA9B-9891-182D-E72A-52C41F4C4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C05C-8A5D-4902-A59B-494921F3C1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931A7-183B-C9D1-5EBA-EB742082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EA81B9-0726-8EDA-0F5B-49D530727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46FA-1D06-4D07-A363-F2A8ECB2D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597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9FEB4B-E1A4-4EDF-23D2-484927862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C05C-8A5D-4902-A59B-494921F3C1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87003A-7D64-37B4-978D-82FB6D482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FB897-9103-C8BC-C6E2-D79CE1F5E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46FA-1D06-4D07-A363-F2A8ECB2D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85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1E92C-34BA-0EF9-33AA-E9EB478DE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B8963-5BEF-FAA5-8D56-AACD694E1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D1C7E-8141-6EAC-6B06-AD47FE3BA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0AE6B6-83AF-3336-DEC1-F73A5FC75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C05C-8A5D-4902-A59B-494921F3C1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C1504-4179-0C8D-4A72-4BF33E68A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95489-A958-5EC7-9FE5-CB5DFFF14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46FA-1D06-4D07-A363-F2A8ECB2D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801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07D3-1D1D-E14D-F119-D4ED0D6E7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89C8DE-2007-8F32-53CA-6C2BE6C323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69AA0-9FE1-8557-D714-EB91B86CB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9904E-FCF5-67DC-8B60-58B1DB4A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C05C-8A5D-4902-A59B-494921F3C1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DF31BA-A304-97B8-3F2D-3FF44E6F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C26B0-8CF4-3C9A-2BFF-7F75F55C6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46FA-1D06-4D07-A363-F2A8ECB2D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794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89DD-2E9E-3CE6-C74A-14DBCBE4D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4879C7-6E59-65CB-191A-52502FB2D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11FDB-EC64-9BB1-B69E-B370DC2E0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C05C-8A5D-4902-A59B-494921F3C1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BEFFA-745B-B3CF-DC96-CEECCDEAB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87224-A3A2-6EE5-029E-C6D681F55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46FA-1D06-4D07-A363-F2A8ECB2D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497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59C6F1-7D53-6596-E497-14C0C60D9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FC023-90F0-2CD9-E996-DDA9BC68B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146E0-0357-D57B-5564-F05465B4E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C05C-8A5D-4902-A59B-494921F3C1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920C3-0DD3-8363-FEB3-23BBC3416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F03E0-E742-F254-F71D-F245B092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46FA-1D06-4D07-A363-F2A8ECB2D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77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6BE968-F622-442D-A29F-12C3D2FB3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E4369-42CE-4434-AF1D-0FB7CCC0B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22C64-B95B-451A-91D9-4468CCABAC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9A3AA-5CC1-4409-A3F5-5174B3C1B3E1}" type="datetimeFigureOut">
              <a:rPr lang="en-CA" smtClean="0"/>
              <a:t>2026-07-24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77D4E-9F40-469E-826A-71215D29D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2E278-C975-4B0C-A076-5A4A9424A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2547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99B1C1-6690-3DED-58E5-48AE8D519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16159-6330-3BE0-9D90-95402F537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1D7A6-A005-EDA2-B06A-C1CF9C38DD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28C05C-8A5D-4902-A59B-494921F3C1D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86067-D497-00FE-A954-E57C3E290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F62C2-1620-5467-4BDC-5BD77F80D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A846FA-1D06-4D07-A363-F2A8ECB2D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38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1795E38-814D-48F3-9D71-9E2D26D5A3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306204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8952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ABABBF4B-EBA8-6A58-D01E-8DCB949F49F0}"/>
              </a:ext>
            </a:extLst>
          </p:cNvPr>
          <p:cNvSpPr/>
          <p:nvPr/>
        </p:nvSpPr>
        <p:spPr>
          <a:xfrm>
            <a:off x="6675120" y="1706879"/>
            <a:ext cx="2614445" cy="34747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9C8ECAC-184D-7DA7-3EB9-DA6343E85725}"/>
              </a:ext>
            </a:extLst>
          </p:cNvPr>
          <p:cNvCxnSpPr>
            <a:cxnSpLocks/>
          </p:cNvCxnSpPr>
          <p:nvPr/>
        </p:nvCxnSpPr>
        <p:spPr>
          <a:xfrm flipV="1">
            <a:off x="2897616" y="2634103"/>
            <a:ext cx="4342257" cy="582841"/>
          </a:xfrm>
          <a:prstGeom prst="straightConnector1">
            <a:avLst/>
          </a:prstGeom>
          <a:ln w="7620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BD2496A-C05F-ADA7-6704-42BC4B551847}"/>
              </a:ext>
            </a:extLst>
          </p:cNvPr>
          <p:cNvCxnSpPr>
            <a:cxnSpLocks/>
          </p:cNvCxnSpPr>
          <p:nvPr/>
        </p:nvCxnSpPr>
        <p:spPr>
          <a:xfrm>
            <a:off x="2897616" y="1428750"/>
            <a:ext cx="4342258" cy="1015148"/>
          </a:xfrm>
          <a:prstGeom prst="straightConnector1">
            <a:avLst/>
          </a:prstGeom>
          <a:ln w="762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551DEC1-2598-8711-B06C-6228D61D7D02}"/>
              </a:ext>
            </a:extLst>
          </p:cNvPr>
          <p:cNvSpPr/>
          <p:nvPr/>
        </p:nvSpPr>
        <p:spPr>
          <a:xfrm>
            <a:off x="231960" y="606462"/>
            <a:ext cx="2763371" cy="201481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45AD1E-96CF-B75E-DDD9-97A531C3C420}"/>
              </a:ext>
            </a:extLst>
          </p:cNvPr>
          <p:cNvSpPr/>
          <p:nvPr/>
        </p:nvSpPr>
        <p:spPr>
          <a:xfrm>
            <a:off x="231960" y="3166475"/>
            <a:ext cx="2763371" cy="3097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CA2A9C-D37E-F17D-0104-4112819444EE}"/>
              </a:ext>
            </a:extLst>
          </p:cNvPr>
          <p:cNvSpPr/>
          <p:nvPr/>
        </p:nvSpPr>
        <p:spPr>
          <a:xfrm>
            <a:off x="3156695" y="915746"/>
            <a:ext cx="2763371" cy="201481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EC7A9A-2F35-FE79-51AD-4F1E4C68966E}"/>
              </a:ext>
            </a:extLst>
          </p:cNvPr>
          <p:cNvSpPr txBox="1"/>
          <p:nvPr/>
        </p:nvSpPr>
        <p:spPr>
          <a:xfrm>
            <a:off x="653583" y="213367"/>
            <a:ext cx="1792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HL7v2 PID (Patient)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ABE336-0FA8-A6F4-91B8-DAA3F9747057}"/>
              </a:ext>
            </a:extLst>
          </p:cNvPr>
          <p:cNvSpPr txBox="1"/>
          <p:nvPr/>
        </p:nvSpPr>
        <p:spPr>
          <a:xfrm>
            <a:off x="3699400" y="546413"/>
            <a:ext cx="15712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HL7v2 OBR (Lab)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1F768C-3231-C424-F8E9-4B9BFF6CDEEC}"/>
              </a:ext>
            </a:extLst>
          </p:cNvPr>
          <p:cNvSpPr txBox="1"/>
          <p:nvPr/>
        </p:nvSpPr>
        <p:spPr>
          <a:xfrm>
            <a:off x="314356" y="2800737"/>
            <a:ext cx="2385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HL7 FHIR Patient Resource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F27BA-D4A8-8F55-9CDE-97CF299604EC}"/>
              </a:ext>
            </a:extLst>
          </p:cNvPr>
          <p:cNvSpPr/>
          <p:nvPr/>
        </p:nvSpPr>
        <p:spPr>
          <a:xfrm>
            <a:off x="314356" y="715691"/>
            <a:ext cx="2533619" cy="17865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MSH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|^~\&amp;|EPIC|GENERAL_HOSPITAL|HIE|STATE_HIE|20260722212530||ADT^A01|202607220001|P|2.5.1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EVN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|A01|20260722212530|||JSMITH^JOHN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PID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|1||12345678^^^GENERAL_HOSPITAL^MR~999887777^^^USSSA^SS||DOE^JOHN^MICHAEL^JR||19800115|M||2106-3|123 MAIN ST^^BOSTON^MA^02108^USA^H~456 OAK AVE^^CAMBRIDGE^MA^02139^USA^P|(617)555-1212^PRN^PH^^1^617^5551212~john.doe@email.com^NET^Internet||ENG|M|CHR|987654321|123456789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PD1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|||PRIMARY CARE ASSOCIATES^^^NPI|12345^SMITH^JANE^A^^MD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NK1|1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|DOE^JANE|SPO|(617)555-9999^PRN^PH|123 MAIN ST^^BOSTON^MA^02108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NK1|2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|DOE^ROBERT|FTH|(617)555-8888^PRN^PH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PV1|1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|I|3N^312^1^GENERAL_HOSPITAL^^BED01||||12345^SMITH^JANE^A^^MD|67890^BROWN^SUSAN^^^RN||||||MED||||1234567||||||||||||||||||||GENERAL_HOSPITAL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PV2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|||Routine admission||||||||||N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1F95A3-19D4-A209-561A-57AA3CB43700}"/>
              </a:ext>
            </a:extLst>
          </p:cNvPr>
          <p:cNvSpPr/>
          <p:nvPr/>
        </p:nvSpPr>
        <p:spPr>
          <a:xfrm>
            <a:off x="3271570" y="1015729"/>
            <a:ext cx="2548205" cy="17865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MSH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|^~\&amp;|LABSYSTEM|GENERAL_HOSPITAL|EHR|GENERAL_HOSPITAL|20260722213500||ORU^R01|MSG00098765|P|2.5.12PID|1||12345678^^^GENERAL_HOSPITAL^MR||SMITH^JOHN^J||19800115|M|||123 MAIN ST^^BOSTON^MA^02108^USA||(617)555-1212|||M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ORC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|RE|ORD123456|FILL987654||CM||||20260722213000|||12345^WILSON^SARAH^^^MD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OBR|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1|ORD123456|FILL987654|24323-8^Comprehensive Metabolic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Panel^LN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||20260722210000|20260722211500||||| |||12345^WILSON^SARAH^^^MD||||||F|||20260722213000||CH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OBX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|1|NM|2345-7^Glucose^LN||98|mg/dL|70-99|N|||F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OBX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|2|NM|3094-0^Urea Nitrogen (BUN)^LN||14|mg/dL|7-20|N|||F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OBX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|3|NM|2160-0^Creatinine^LN||0.92|mg/dL|0.70-1.30|N|||F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OBX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|4|NM|2951-2^Sodium^LN||140|mmol/L|135-145|N|||F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OBX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|5|NM|2823-3^Potassium^LN||4.2|mmol/L|3.5-5.1|N|||F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OBX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|6|NM|2075-0^Chloride^LN||103|mmol/L|98-107|N|||F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OBX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|7|NM|2028-9^Carbon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Dioxide^LN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||25|mmol/L|22-29|N|||F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OBX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|8|NM|17861-6^Calcium^LN||9.3|mg/dL|8.6-10.2|N|||F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OBX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|9|NM|2885-2^Protein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Total^LN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||7.1|g/dL|6.4-8.3|N|||F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OBX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|10|NM|1751-7^Albumin^LN||4.2|g/dL|3.5-5.2|N|||F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OBX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|11|NM|1975-2^Bilirubin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Total^LN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||0.8|mg/dL|0.2-1.2|N|||F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OBX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|12|NM|1742-6^ALT^LN||32|U/L|7-55|N|||F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OBX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|13|NM|1920-8^AST^LN||28|U/L|10-40|N|||F</a:t>
            </a:r>
          </a:p>
          <a:p>
            <a:pPr marL="57150" marR="0" lvl="0" indent="-571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OBX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|14|NM|6768-6^Alkaline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Phosphatase^LN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||88|U/L|40-129|N|||F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3C02817-6D68-667C-4080-C1C48D0D1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95" y="3307080"/>
            <a:ext cx="2373558" cy="283327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62AFB4B-9D0B-2D02-01DB-296E156C1168}"/>
              </a:ext>
            </a:extLst>
          </p:cNvPr>
          <p:cNvSpPr txBox="1"/>
          <p:nvPr/>
        </p:nvSpPr>
        <p:spPr>
          <a:xfrm>
            <a:off x="6675121" y="884967"/>
            <a:ext cx="26144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“Flattened”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PIQI Data Model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E42330E-F94D-32AD-4EC0-D9C9D51B4D98}"/>
              </a:ext>
            </a:extLst>
          </p:cNvPr>
          <p:cNvCxnSpPr>
            <a:cxnSpLocks/>
          </p:cNvCxnSpPr>
          <p:nvPr/>
        </p:nvCxnSpPr>
        <p:spPr>
          <a:xfrm>
            <a:off x="5883088" y="2890648"/>
            <a:ext cx="1278055" cy="916626"/>
          </a:xfrm>
          <a:prstGeom prst="straightConnector1">
            <a:avLst/>
          </a:prstGeom>
          <a:ln w="762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CE91796-EA8E-5D3F-17E3-328515BC5616}"/>
              </a:ext>
            </a:extLst>
          </p:cNvPr>
          <p:cNvSpPr txBox="1"/>
          <p:nvPr/>
        </p:nvSpPr>
        <p:spPr>
          <a:xfrm>
            <a:off x="3024504" y="3176543"/>
            <a:ext cx="28125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HL7 FHIR Observation Resource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EC1916-9115-0462-B3C2-D3E46DB408C5}"/>
              </a:ext>
            </a:extLst>
          </p:cNvPr>
          <p:cNvSpPr/>
          <p:nvPr/>
        </p:nvSpPr>
        <p:spPr>
          <a:xfrm>
            <a:off x="3156695" y="3477845"/>
            <a:ext cx="2726393" cy="29646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0DEFF8B-CA6D-88F7-796E-66E0ABF6C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929" y="3561384"/>
            <a:ext cx="2379581" cy="2801316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AC0EA29-2837-1CAC-F13C-C22A213C070E}"/>
              </a:ext>
            </a:extLst>
          </p:cNvPr>
          <p:cNvCxnSpPr>
            <a:cxnSpLocks/>
          </p:cNvCxnSpPr>
          <p:nvPr/>
        </p:nvCxnSpPr>
        <p:spPr>
          <a:xfrm flipV="1">
            <a:off x="5789119" y="3912665"/>
            <a:ext cx="1372024" cy="1021328"/>
          </a:xfrm>
          <a:prstGeom prst="straightConnector1">
            <a:avLst/>
          </a:prstGeom>
          <a:ln w="7620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B2CB48E-D6F5-3160-3993-3860610752D1}"/>
              </a:ext>
            </a:extLst>
          </p:cNvPr>
          <p:cNvSpPr txBox="1"/>
          <p:nvPr/>
        </p:nvSpPr>
        <p:spPr>
          <a:xfrm>
            <a:off x="6675120" y="1764530"/>
            <a:ext cx="2614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Class: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Demographics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733310-C998-7328-600A-5851AB00AD98}"/>
              </a:ext>
            </a:extLst>
          </p:cNvPr>
          <p:cNvSpPr txBox="1"/>
          <p:nvPr/>
        </p:nvSpPr>
        <p:spPr>
          <a:xfrm>
            <a:off x="6675120" y="3131745"/>
            <a:ext cx="2614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Class: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LabResult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EF0BE26-4F13-313B-046A-CE9099BAED31}"/>
              </a:ext>
            </a:extLst>
          </p:cNvPr>
          <p:cNvSpPr txBox="1"/>
          <p:nvPr/>
        </p:nvSpPr>
        <p:spPr>
          <a:xfrm>
            <a:off x="7239873" y="2177220"/>
            <a:ext cx="176349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Attribute: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birthDate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"1980-01-15"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013EF1-D105-DFD4-531E-341D3C883A8E}"/>
              </a:ext>
            </a:extLst>
          </p:cNvPr>
          <p:cNvSpPr txBox="1"/>
          <p:nvPr/>
        </p:nvSpPr>
        <p:spPr>
          <a:xfrm>
            <a:off x="7239874" y="3477845"/>
            <a:ext cx="1883849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Attribute: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referenceRange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br>
              <a:rPr lang="en-US" sz="1200" b="1" dirty="0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b="1" dirty="0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"text": "70-90",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"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lowValue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": "70",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"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highValue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": "90"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C91E94C-8CBD-F5EB-19DF-B22A92FC9687}"/>
              </a:ext>
            </a:extLst>
          </p:cNvPr>
          <p:cNvSpPr/>
          <p:nvPr/>
        </p:nvSpPr>
        <p:spPr>
          <a:xfrm>
            <a:off x="9905530" y="2350160"/>
            <a:ext cx="954525" cy="954525"/>
          </a:xfrm>
          <a:prstGeom prst="rect">
            <a:avLst/>
          </a:prstGeom>
          <a:solidFill>
            <a:srgbClr val="F9A2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Availability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A9FA8D2-AA1C-0B09-9D14-D0F1C0FD1392}"/>
              </a:ext>
            </a:extLst>
          </p:cNvPr>
          <p:cNvSpPr/>
          <p:nvPr/>
        </p:nvSpPr>
        <p:spPr>
          <a:xfrm>
            <a:off x="10941850" y="2350160"/>
            <a:ext cx="954525" cy="954525"/>
          </a:xfrm>
          <a:prstGeom prst="rect">
            <a:avLst/>
          </a:prstGeom>
          <a:solidFill>
            <a:srgbClr val="7FB5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1C72140-9731-0DAD-EA61-DC59819DF142}"/>
              </a:ext>
            </a:extLst>
          </p:cNvPr>
          <p:cNvSpPr/>
          <p:nvPr/>
        </p:nvSpPr>
        <p:spPr>
          <a:xfrm>
            <a:off x="10941850" y="3408418"/>
            <a:ext cx="954525" cy="954525"/>
          </a:xfrm>
          <a:prstGeom prst="rect">
            <a:avLst/>
          </a:prstGeom>
          <a:solidFill>
            <a:srgbClr val="CC3C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Plausibility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70A64F3-0C65-ED42-F475-6BFB128FA4D1}"/>
              </a:ext>
            </a:extLst>
          </p:cNvPr>
          <p:cNvSpPr/>
          <p:nvPr/>
        </p:nvSpPr>
        <p:spPr>
          <a:xfrm>
            <a:off x="9905529" y="3408418"/>
            <a:ext cx="954525" cy="954525"/>
          </a:xfrm>
          <a:prstGeom prst="rect">
            <a:avLst/>
          </a:prstGeom>
          <a:solidFill>
            <a:srgbClr val="1982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Conformity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6154AD-BE60-53F8-3D8E-FAF1E8CFD51D}"/>
              </a:ext>
            </a:extLst>
          </p:cNvPr>
          <p:cNvSpPr txBox="1"/>
          <p:nvPr/>
        </p:nvSpPr>
        <p:spPr>
          <a:xfrm>
            <a:off x="6675121" y="5181600"/>
            <a:ext cx="26144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“Flattened” model will vary by use case and can source data from various standards formats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4057E0-B284-29A8-70C3-F0E0331F12CB}"/>
              </a:ext>
            </a:extLst>
          </p:cNvPr>
          <p:cNvSpPr txBox="1"/>
          <p:nvPr/>
        </p:nvSpPr>
        <p:spPr>
          <a:xfrm>
            <a:off x="9827022" y="1507656"/>
            <a:ext cx="21852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PIQI Evaluation Rubric</a:t>
            </a:r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4FD18F81-9406-4930-7BD1-6AC9CBB43835}"/>
              </a:ext>
            </a:extLst>
          </p:cNvPr>
          <p:cNvSpPr/>
          <p:nvPr/>
        </p:nvSpPr>
        <p:spPr>
          <a:xfrm>
            <a:off x="9289565" y="3116019"/>
            <a:ext cx="534168" cy="50576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9231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755</Words>
  <Application>Microsoft Office PowerPoint</Application>
  <PresentationFormat>Widescreen</PresentationFormat>
  <Paragraphs>45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Light</vt:lpstr>
      <vt:lpstr>Consolas</vt:lpstr>
      <vt:lpstr>Office Theme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Lloyd McKenzie</dc:creator>
  <cp:lastModifiedBy>John DAmore</cp:lastModifiedBy>
  <cp:revision>3</cp:revision>
  <dcterms:created xsi:type="dcterms:W3CDTF">2019-09-11T17:38:37Z</dcterms:created>
  <dcterms:modified xsi:type="dcterms:W3CDTF">2026-07-24T12:31:12Z</dcterms:modified>
</cp:coreProperties>
</file>